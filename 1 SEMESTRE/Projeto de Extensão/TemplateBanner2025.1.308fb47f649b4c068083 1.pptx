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7" r:id="rId2"/>
    <p:sldId id="258" r:id="rId3"/>
  </p:sldIdLst>
  <p:sldSz cx="28800425" cy="35999738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A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F43184-1C03-5F53-6F32-77B2CF993AEF}" v="75" dt="2025-05-07T19:23:35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22" d="100"/>
          <a:sy n="22" d="100"/>
        </p:scale>
        <p:origin x="26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Miranda da Silva" userId="95d465b076a4241f" providerId="Windows Live" clId="Web-{DCF43184-1C03-5F53-6F32-77B2CF993AEF}"/>
    <pc:docChg chg="delSld modSld">
      <pc:chgData name="Eduardo Miranda da Silva" userId="95d465b076a4241f" providerId="Windows Live" clId="Web-{DCF43184-1C03-5F53-6F32-77B2CF993AEF}" dt="2025-05-07T19:10:20.619" v="62" actId="20577"/>
      <pc:docMkLst>
        <pc:docMk/>
      </pc:docMkLst>
      <pc:sldChg chg="del">
        <pc:chgData name="Eduardo Miranda da Silva" userId="95d465b076a4241f" providerId="Windows Live" clId="Web-{DCF43184-1C03-5F53-6F32-77B2CF993AEF}" dt="2025-05-07T19:07:37.332" v="2"/>
        <pc:sldMkLst>
          <pc:docMk/>
          <pc:sldMk cId="2374067865" sldId="256"/>
        </pc:sldMkLst>
      </pc:sldChg>
      <pc:sldChg chg="modSp">
        <pc:chgData name="Eduardo Miranda da Silva" userId="95d465b076a4241f" providerId="Windows Live" clId="Web-{DCF43184-1C03-5F53-6F32-77B2CF993AEF}" dt="2025-05-07T19:10:20.619" v="62" actId="20577"/>
        <pc:sldMkLst>
          <pc:docMk/>
          <pc:sldMk cId="2511434531" sldId="257"/>
        </pc:sldMkLst>
        <pc:spChg chg="mod">
          <ac:chgData name="Eduardo Miranda da Silva" userId="95d465b076a4241f" providerId="Windows Live" clId="Web-{DCF43184-1C03-5F53-6F32-77B2CF993AEF}" dt="2025-05-07T19:10:20.619" v="62" actId="20577"/>
          <ac:spMkLst>
            <pc:docMk/>
            <pc:sldMk cId="2511434531" sldId="257"/>
            <ac:spMk id="2" creationId="{A786083D-0A9F-F1C8-AAFF-4DD40CAAF822}"/>
          </ac:spMkLst>
        </pc:spChg>
      </pc:sldChg>
      <pc:sldChg chg="del">
        <pc:chgData name="Eduardo Miranda da Silva" userId="95d465b076a4241f" providerId="Windows Live" clId="Web-{DCF43184-1C03-5F53-6F32-77B2CF993AEF}" dt="2025-05-07T19:07:26.847" v="1"/>
        <pc:sldMkLst>
          <pc:docMk/>
          <pc:sldMk cId="986852249" sldId="259"/>
        </pc:sldMkLst>
      </pc:sldChg>
      <pc:sldChg chg="del">
        <pc:chgData name="Eduardo Miranda da Silva" userId="95d465b076a4241f" providerId="Windows Live" clId="Web-{DCF43184-1C03-5F53-6F32-77B2CF993AEF}" dt="2025-05-07T19:07:24.456" v="0"/>
        <pc:sldMkLst>
          <pc:docMk/>
          <pc:sldMk cId="4262983134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5891626"/>
            <a:ext cx="24480361" cy="1253324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8908198"/>
            <a:ext cx="21600319" cy="869160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78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93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8974945"/>
            <a:ext cx="24840367" cy="14974888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4091502"/>
            <a:ext cx="24840367" cy="7874940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38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9583264"/>
            <a:ext cx="12240181" cy="228415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9583264"/>
            <a:ext cx="12240181" cy="228415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9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16661"/>
            <a:ext cx="24840367" cy="695828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8824938"/>
            <a:ext cx="12183928" cy="4324966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3149904"/>
            <a:ext cx="12183928" cy="193415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8824938"/>
            <a:ext cx="12243932" cy="4324966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3149904"/>
            <a:ext cx="12243932" cy="193415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484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5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3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99982"/>
            <a:ext cx="9288887" cy="839993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5183304"/>
            <a:ext cx="14580215" cy="25583147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0799922"/>
            <a:ext cx="9288887" cy="20008190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21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99982"/>
            <a:ext cx="9288887" cy="839993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5183304"/>
            <a:ext cx="14580215" cy="25583147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0799922"/>
            <a:ext cx="9288887" cy="20008190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807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8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916653"/>
            <a:ext cx="6210092" cy="3050811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916653"/>
            <a:ext cx="18270270" cy="3050811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96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979A4681-C0AD-4EAC-8448-2769AF02F1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299"/>
            <a:ext cx="28800425" cy="4018331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6A4A544-A528-48A1-AA70-D7185143A504}"/>
              </a:ext>
            </a:extLst>
          </p:cNvPr>
          <p:cNvCxnSpPr/>
          <p:nvPr userDrawn="1"/>
        </p:nvCxnSpPr>
        <p:spPr>
          <a:xfrm>
            <a:off x="14400212" y="627766"/>
            <a:ext cx="0" cy="26715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D9D13412-2AA8-47DF-933F-F88965B9932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09597" y="1530746"/>
            <a:ext cx="6515479" cy="99051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AA04528-C0B2-4C88-BD48-90F967CE2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5133990"/>
            <a:ext cx="28800425" cy="866539"/>
          </a:xfrm>
          <a:prstGeom prst="rect">
            <a:avLst/>
          </a:prstGeom>
        </p:spPr>
      </p:pic>
      <p:pic>
        <p:nvPicPr>
          <p:cNvPr id="8" name="Imagem 7" descr="Nuvens no céu&#10;&#10;O conteúdo gerado por IA pode estar incorreto.">
            <a:extLst>
              <a:ext uri="{FF2B5EF4-FFF2-40B4-BE49-F238E27FC236}">
                <a16:creationId xmlns:a16="http://schemas.microsoft.com/office/drawing/2014/main" id="{67950D0F-9967-F0E1-6CEF-3F8576403E5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44060"/>
            <a:ext cx="28800425" cy="16989930"/>
          </a:xfrm>
          <a:prstGeom prst="rect">
            <a:avLst/>
          </a:prstGeom>
        </p:spPr>
      </p:pic>
      <p:pic>
        <p:nvPicPr>
          <p:cNvPr id="13" name="Imagem 12" descr="Nuvens no céu&#10;&#10;O conteúdo gerado por IA pode estar incorreto.">
            <a:extLst>
              <a:ext uri="{FF2B5EF4-FFF2-40B4-BE49-F238E27FC236}">
                <a16:creationId xmlns:a16="http://schemas.microsoft.com/office/drawing/2014/main" id="{F7ED0FC9-0A67-C760-0EC6-C91CB020F3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465146" y="4000033"/>
            <a:ext cx="15870133" cy="9362100"/>
          </a:xfrm>
          <a:prstGeom prst="rect">
            <a:avLst/>
          </a:prstGeom>
        </p:spPr>
      </p:pic>
      <p:pic>
        <p:nvPicPr>
          <p:cNvPr id="2" name="Gráfico 5">
            <a:extLst>
              <a:ext uri="{FF2B5EF4-FFF2-40B4-BE49-F238E27FC236}">
                <a16:creationId xmlns:a16="http://schemas.microsoft.com/office/drawing/2014/main" id="{67D2D1CD-F249-1BBC-D82A-FCA27F6B851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0670" y="726519"/>
            <a:ext cx="9131696" cy="256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3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916661"/>
            <a:ext cx="24840367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9583264"/>
            <a:ext cx="24840367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33366432"/>
            <a:ext cx="6480096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33366432"/>
            <a:ext cx="9720143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33366432"/>
            <a:ext cx="6480096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287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F4B02BD-0C3C-45B4-BACB-3A00785AFED3}"/>
              </a:ext>
            </a:extLst>
          </p:cNvPr>
          <p:cNvSpPr txBox="1"/>
          <p:nvPr/>
        </p:nvSpPr>
        <p:spPr>
          <a:xfrm>
            <a:off x="1215938" y="11209039"/>
            <a:ext cx="8918370" cy="873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Conectados pela comunidade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Líder: Alexandre Vieira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dirty="0">
                <a:latin typeface="Arial" panose="020B0604020202020204" pitchFamily="34" charset="0"/>
                <a:cs typeface="Arial" panose="020B0604020202020204" pitchFamily="34" charset="0"/>
              </a:rPr>
              <a:t>O Programa de Extensão "Conectados pela Comunidade" é uma iniciativa inovadora que visa fortalecer os laços sociais e promover o desenvolvimento contínuo de comunidades locais. Com base em princípios de inclusão e participação ativa, o programa busca criar uma rede de conexões que envolve a comunidade acadêmica, e organizações sociais. Ao adotar uma abordagem aberta e colaborativa, o programa busca criar um ambiente propício para a inovação social e o desenvolvimento de soluções criativas para desafios específicos enfrentados pelas comunidades. O programa "Conectados pela Comunidade" representa, assim, um passo significativo em direção ao fortalecimento dos laços sociais e ao desenvolvimento de famílias vulneráveis, preparando indivíduos a serem agentes de mudança em suas próprias comunidades.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7522FAE3-CE2C-FA99-ABB2-FC3EB115F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7274" y="4575574"/>
            <a:ext cx="4175978" cy="482467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AA24ACA-C660-307F-9B99-C7726E33E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17173" y="4593633"/>
            <a:ext cx="4175978" cy="482467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786083D-0A9F-F1C8-AAFF-4DD40CAAF822}"/>
              </a:ext>
            </a:extLst>
          </p:cNvPr>
          <p:cNvSpPr txBox="1"/>
          <p:nvPr/>
        </p:nvSpPr>
        <p:spPr>
          <a:xfrm>
            <a:off x="8081566" y="4852985"/>
            <a:ext cx="12070933" cy="44464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pt-BR" sz="2550" b="1" dirty="0">
                <a:latin typeface="Arial"/>
                <a:cs typeface="Arial"/>
              </a:rPr>
              <a:t>Centro Universitário SENAI São Paulo: Campus Theobaldo</a:t>
            </a:r>
            <a:r>
              <a:rPr lang="pt-BR" sz="2550" b="1" dirty="0">
                <a:latin typeface="Arial"/>
                <a:ea typeface="Calibri"/>
                <a:cs typeface="Arial"/>
              </a:rPr>
              <a:t> De Nigris</a:t>
            </a:r>
            <a:r>
              <a:rPr lang="pt-BR" sz="2550" b="1" dirty="0">
                <a:latin typeface="Arial"/>
                <a:cs typeface="Arial"/>
              </a:rPr>
              <a:t>, Mooca</a:t>
            </a:r>
            <a:endParaRPr lang="pt-BR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endParaRPr lang="pt-BR" sz="2550" b="1" dirty="0">
              <a:latin typeface="Arial"/>
              <a:cs typeface="Arial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Nome do projeto: Sustentabilidade 360°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CAMELO, Marcelo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NEGRELI, Joao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SABARÁ, Sheila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FERREIRA,  Keila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FRANÇA, Marcio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Orientador: JÚNIOR, Luís</a:t>
            </a:r>
          </a:p>
        </p:txBody>
      </p:sp>
    </p:spTree>
    <p:extLst>
      <p:ext uri="{BB962C8B-B14F-4D97-AF65-F5344CB8AC3E}">
        <p14:creationId xmlns:p14="http://schemas.microsoft.com/office/powerpoint/2010/main" val="251143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4B8B2B4-EB9A-40EA-A641-DB64277EFEDC}"/>
              </a:ext>
            </a:extLst>
          </p:cNvPr>
          <p:cNvSpPr txBox="1"/>
          <p:nvPr/>
        </p:nvSpPr>
        <p:spPr>
          <a:xfrm>
            <a:off x="1219031" y="11240743"/>
            <a:ext cx="8918370" cy="11918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Incluir para evoluir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Líder: Ricardo Alexandre Carmona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dirty="0">
                <a:latin typeface="Arial" panose="020B0604020202020204" pitchFamily="34" charset="0"/>
                <a:cs typeface="Arial" panose="020B0604020202020204" pitchFamily="34" charset="0"/>
              </a:rPr>
              <a:t>O programa "Incluir para Evoluir" é uma iniciativa de extensão universitária voltada para a promoção da inclusão social e educacional de pessoas com deficiência. Seu principal objetivo é criar oportunidades para o desenvolvimento integral de comunidades menos privilegiadas, por meio de ações que buscam a equidade e a valorização da diversidade. A abordagem do "Incluir para Evoluir" é pautada na participação ativa da comunidade, promovendo o diálogo, a escuta e o respeito à cultura local. Além disso, busca parcerias com organizações, a fim de ampliar o impacto, a sustentabilidade e a assertividade das ações desenvolvidas.  Por meio do compromisso com a inclusão, o programa visa contribuir para o desenvolvimento de soluções com foco em pessoas com deficiência. O programa "Incluir para Evoluir" representa, assim, um compromisso com a construção de uma sociedade mais justa e igualitária, onde cada pessoa com deficiência, independentemente de suas circunstâncias, tenha a oportunidade de desenvolver seu pleno potencial.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288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856" b="1" dirty="0"/>
              <a:t> </a:t>
            </a:r>
            <a:endParaRPr lang="pt-BR" sz="1856" dirty="0"/>
          </a:p>
          <a:p>
            <a:endParaRPr lang="pt-BR" sz="288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4F245A7-7CE1-AB29-5A76-DF61C4ADD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35408" y="4550872"/>
            <a:ext cx="3257686" cy="482467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CC55292C-2EA0-B2D7-10F6-BE19AC0FB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4442" y="4732685"/>
            <a:ext cx="3257686" cy="482467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2D59875-B749-E775-A5F9-C93D19C2BDF6}"/>
              </a:ext>
            </a:extLst>
          </p:cNvPr>
          <p:cNvSpPr txBox="1"/>
          <p:nvPr/>
        </p:nvSpPr>
        <p:spPr>
          <a:xfrm>
            <a:off x="8137441" y="4852985"/>
            <a:ext cx="12577942" cy="4592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Centro Universitário SENAI São Paulo: Campus Theobaldo De Nigris, Mooca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Nome do projeto: Sustentabilidade 360°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CAMELO, Marcelo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NEGRELI, Joao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SABARÁ, Sheila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FERREIRA,  Keila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FRANÇA, Marcio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Orientador: JÚNIOR, Luís</a:t>
            </a:r>
          </a:p>
        </p:txBody>
      </p:sp>
    </p:spTree>
    <p:extLst>
      <p:ext uri="{BB962C8B-B14F-4D97-AF65-F5344CB8AC3E}">
        <p14:creationId xmlns:p14="http://schemas.microsoft.com/office/powerpoint/2010/main" val="9890443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</TotalTime>
  <Words>1042</Words>
  <Application>Microsoft Office PowerPoint</Application>
  <PresentationFormat>Personalizar</PresentationFormat>
  <Paragraphs>83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Aparecido Sartori</dc:creator>
  <cp:lastModifiedBy>Rui Antonio Lanfredi Junior</cp:lastModifiedBy>
  <cp:revision>53</cp:revision>
  <dcterms:created xsi:type="dcterms:W3CDTF">2024-10-11T21:51:46Z</dcterms:created>
  <dcterms:modified xsi:type="dcterms:W3CDTF">2025-05-07T19:23:47Z</dcterms:modified>
</cp:coreProperties>
</file>