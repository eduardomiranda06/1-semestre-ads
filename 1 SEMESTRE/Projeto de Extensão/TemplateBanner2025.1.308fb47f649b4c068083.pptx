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9" r:id="rId2"/>
    <p:sldId id="256" r:id="rId3"/>
    <p:sldId id="257" r:id="rId4"/>
    <p:sldId id="258" r:id="rId5"/>
    <p:sldId id="260" r:id="rId6"/>
  </p:sldIdLst>
  <p:sldSz cx="28800425" cy="35999738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A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22" d="100"/>
          <a:sy n="22" d="100"/>
        </p:scale>
        <p:origin x="26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5891626"/>
            <a:ext cx="24480361" cy="1253324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8908198"/>
            <a:ext cx="21600319" cy="869160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8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3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8974945"/>
            <a:ext cx="24840367" cy="14974888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4091502"/>
            <a:ext cx="24840367" cy="7874940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38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9583264"/>
            <a:ext cx="12240181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9583264"/>
            <a:ext cx="12240181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9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16661"/>
            <a:ext cx="24840367" cy="695828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8824938"/>
            <a:ext cx="12183928" cy="4324966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3149904"/>
            <a:ext cx="12183928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8824938"/>
            <a:ext cx="12243932" cy="4324966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3149904"/>
            <a:ext cx="12243932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484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5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33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99982"/>
            <a:ext cx="9288887" cy="839993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5183304"/>
            <a:ext cx="14580215" cy="25583147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0799922"/>
            <a:ext cx="9288887" cy="2000819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21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99982"/>
            <a:ext cx="9288887" cy="839993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5183304"/>
            <a:ext cx="14580215" cy="25583147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0799922"/>
            <a:ext cx="9288887" cy="2000819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0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8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916653"/>
            <a:ext cx="6210092" cy="3050811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916653"/>
            <a:ext cx="18270270" cy="3050811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96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979A4681-C0AD-4EAC-8448-2769AF02F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8299"/>
            <a:ext cx="28800425" cy="4018331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6A4A544-A528-48A1-AA70-D7185143A504}"/>
              </a:ext>
            </a:extLst>
          </p:cNvPr>
          <p:cNvCxnSpPr/>
          <p:nvPr userDrawn="1"/>
        </p:nvCxnSpPr>
        <p:spPr>
          <a:xfrm>
            <a:off x="14400212" y="627766"/>
            <a:ext cx="0" cy="26715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D9D13412-2AA8-47DF-933F-F88965B9932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09597" y="1530746"/>
            <a:ext cx="6515479" cy="99051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AA04528-C0B2-4C88-BD48-90F967CE2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5133990"/>
            <a:ext cx="28800425" cy="866539"/>
          </a:xfrm>
          <a:prstGeom prst="rect">
            <a:avLst/>
          </a:prstGeom>
        </p:spPr>
      </p:pic>
      <p:pic>
        <p:nvPicPr>
          <p:cNvPr id="8" name="Imagem 7" descr="Nuvens no céu&#10;&#10;O conteúdo gerado por IA pode estar incorreto.">
            <a:extLst>
              <a:ext uri="{FF2B5EF4-FFF2-40B4-BE49-F238E27FC236}">
                <a16:creationId xmlns:a16="http://schemas.microsoft.com/office/drawing/2014/main" id="{67950D0F-9967-F0E1-6CEF-3F8576403E5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4060"/>
            <a:ext cx="28800425" cy="16989930"/>
          </a:xfrm>
          <a:prstGeom prst="rect">
            <a:avLst/>
          </a:prstGeom>
        </p:spPr>
      </p:pic>
      <p:pic>
        <p:nvPicPr>
          <p:cNvPr id="13" name="Imagem 12" descr="Nuvens no céu&#10;&#10;O conteúdo gerado por IA pode estar incorreto.">
            <a:extLst>
              <a:ext uri="{FF2B5EF4-FFF2-40B4-BE49-F238E27FC236}">
                <a16:creationId xmlns:a16="http://schemas.microsoft.com/office/drawing/2014/main" id="{F7ED0FC9-0A67-C760-0EC6-C91CB020F3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465146" y="4000033"/>
            <a:ext cx="15870133" cy="9362100"/>
          </a:xfrm>
          <a:prstGeom prst="rect">
            <a:avLst/>
          </a:prstGeom>
        </p:spPr>
      </p:pic>
      <p:pic>
        <p:nvPicPr>
          <p:cNvPr id="2" name="Gráfico 5">
            <a:extLst>
              <a:ext uri="{FF2B5EF4-FFF2-40B4-BE49-F238E27FC236}">
                <a16:creationId xmlns:a16="http://schemas.microsoft.com/office/drawing/2014/main" id="{67D2D1CD-F249-1BBC-D82A-FCA27F6B851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0670" y="726519"/>
            <a:ext cx="9131696" cy="256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3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916661"/>
            <a:ext cx="24840367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9583264"/>
            <a:ext cx="24840367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33366432"/>
            <a:ext cx="6480096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33366432"/>
            <a:ext cx="9720143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33366432"/>
            <a:ext cx="6480096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28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0F7E6C0-C9A7-4DD9-AE7A-0DB973F9CD12}"/>
              </a:ext>
            </a:extLst>
          </p:cNvPr>
          <p:cNvSpPr txBox="1"/>
          <p:nvPr/>
        </p:nvSpPr>
        <p:spPr>
          <a:xfrm>
            <a:off x="1132556" y="11084264"/>
            <a:ext cx="8918370" cy="10708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Mulheres em foco 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Líder: Kátia Lamarca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dirty="0">
                <a:latin typeface="Arial" panose="020B0604020202020204" pitchFamily="34" charset="0"/>
                <a:cs typeface="Arial" panose="020B0604020202020204" pitchFamily="34" charset="0"/>
              </a:rPr>
              <a:t>O Programa de Extensão "Mulheres em Foco" visa promover a equidade de gênero, por meio de estudos, pesquisas, capacitações, difusão de informação e ampliação da visibilidade e do empoderamento feminino em diferentes áreas da sociedade.. A iniciativa busca criar um ambiente inclusivo que estimule o desenvolvimento pessoal e profissional, oferecendo atividades e recursos que abordam temas como liderança feminina, equidade de gênero, empreendedorismo, saúde e bem-estar. Além disso, incentiva a participação ativa das beneficiárias em projetos comunitários e ações sociais, fortalecendo o senso de comunidade e solidariedade entre as participantes. O "Mulheres em Foco" também se propõe a criar parcerias com organizações locais, visando ampliar o alcance do programa e proporcionar às mulheres participantes um ambiente propício para a aplicação prática dos conhecimentos adquiridos.</a:t>
            </a:r>
          </a:p>
          <a:p>
            <a:endParaRPr lang="pt-PT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FA2C81-710D-4842-BB38-49C1F40ABB94}"/>
              </a:ext>
            </a:extLst>
          </p:cNvPr>
          <p:cNvSpPr txBox="1"/>
          <p:nvPr/>
        </p:nvSpPr>
        <p:spPr>
          <a:xfrm>
            <a:off x="8137441" y="4852985"/>
            <a:ext cx="12577942" cy="459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Centro Universitário SENAI São Paulo: Campus Theobaldo De Nigris, Mooca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Nome do projeto: Sustentabilidade 360°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CAMELO, Marcelo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NEGRELI, Joao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SABARÁ, Sheila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FERREIRA,  Keila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FRANÇA, Marcio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Orientador: JÚNIOR, Luís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850AC2FE-5252-DBFF-6DA1-BAE43C802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331" y="4563223"/>
            <a:ext cx="3202935" cy="4824674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FA4A76F-7B50-10AE-8422-92B308D8C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90159" y="4563223"/>
            <a:ext cx="3202935" cy="482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5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B09B210-8A25-44E7-8F05-1AC19FF16A7C}"/>
              </a:ext>
            </a:extLst>
          </p:cNvPr>
          <p:cNvSpPr txBox="1"/>
          <p:nvPr/>
        </p:nvSpPr>
        <p:spPr>
          <a:xfrm>
            <a:off x="1193780" y="11237514"/>
            <a:ext cx="8918370" cy="136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Reconstruindo Raízes – teias e cores da nossa herança cultural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Líder: Eneias Nunes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dirty="0">
                <a:latin typeface="Arial" panose="020B0604020202020204" pitchFamily="34" charset="0"/>
                <a:cs typeface="Arial" panose="020B0604020202020204" pitchFamily="34" charset="0"/>
              </a:rPr>
              <a:t>O Programa de Extensão "Reconstruindo Raízes: teias e cores da nossa herança cultural brasileira" propõe uma jornada enriquecedora para explorar e celebrar a riqueza da herança cultural. Com um foco especial nas raízes históricas, artísticas e sociais do país, o programa busca reconectar a comunidade acadêmica com suas origens, promovendo um profundo entendimento e apreciação da diversidade cultural que molda a identidade brasileira. Por meio de uma abordagem interdisciplinar, o programa oferece uma série de atividades, através de projetos de extensão. As teias simbólicas da cultura brasileira são desvendadas por meio da exploração de expressões artísticas, danças, músicas e tradições populares. Além disso, o programa incentiva a participação ativa da comunidade externa, visando a construção de uma rede sólida e colaborativa para preservar e promover a diversidade cultural. Ao reconstruir essas raízes culturais, o programa visa fortalecer o senso de identidade e pertencimento, ao mesmo tempo em que fomenta o respeito e a compreensão mútua entre os participantes. "Reconstruindo Raízes" não apenas celebra o passado, mas também lança as bases para um futuro mais inclusivo e interconectado, onde as tradições culturais brasileiras são valorizadas e transmitidas às gerações futuras.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288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288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856" b="1" dirty="0"/>
              <a:t> </a:t>
            </a:r>
            <a:endParaRPr lang="pt-BR" sz="1856" dirty="0"/>
          </a:p>
          <a:p>
            <a:endParaRPr lang="pt-BR" sz="288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E29F35A-0894-FCC9-9B27-ABE7A112F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0758" y="4593633"/>
            <a:ext cx="3793761" cy="4824674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02AB6220-F0C8-8ACD-217A-CE55AAE04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65906" y="4593633"/>
            <a:ext cx="3793761" cy="48246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11FC358-A140-11B0-F7F3-1D2C8E092A82}"/>
              </a:ext>
            </a:extLst>
          </p:cNvPr>
          <p:cNvSpPr txBox="1"/>
          <p:nvPr/>
        </p:nvSpPr>
        <p:spPr>
          <a:xfrm>
            <a:off x="8137441" y="4852985"/>
            <a:ext cx="12577942" cy="459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Centro Universitário SENAI São Paulo: Campus Theobaldo De Nigris, Mooca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Nome do projeto: Sustentabilidade 360°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CAMELO, Marcelo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NEGRELI, Joao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SABARÁ, Sheila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FERREIRA,  Keila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FRANÇA, Marcio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Orientador: JÚNIOR, Luís</a:t>
            </a:r>
          </a:p>
        </p:txBody>
      </p:sp>
    </p:spTree>
    <p:extLst>
      <p:ext uri="{BB962C8B-B14F-4D97-AF65-F5344CB8AC3E}">
        <p14:creationId xmlns:p14="http://schemas.microsoft.com/office/powerpoint/2010/main" val="237406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F4B02BD-0C3C-45B4-BACB-3A00785AFED3}"/>
              </a:ext>
            </a:extLst>
          </p:cNvPr>
          <p:cNvSpPr txBox="1"/>
          <p:nvPr/>
        </p:nvSpPr>
        <p:spPr>
          <a:xfrm>
            <a:off x="1215938" y="11209039"/>
            <a:ext cx="8918370" cy="873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Conectados pela comunidade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Líder: Alexandre Vieira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dirty="0">
                <a:latin typeface="Arial" panose="020B0604020202020204" pitchFamily="34" charset="0"/>
                <a:cs typeface="Arial" panose="020B0604020202020204" pitchFamily="34" charset="0"/>
              </a:rPr>
              <a:t>O Programa de Extensão "Conectados pela Comunidade" é uma iniciativa inovadora que visa fortalecer os laços sociais e promover o desenvolvimento contínuo de comunidades locais. Com base em princípios de inclusão e participação ativa, o programa busca criar uma rede de conexões que envolve a comunidade acadêmica, e organizações sociais. Ao adotar uma abordagem aberta e colaborativa, o programa busca criar um ambiente propício para a inovação social e o desenvolvimento de soluções criativas para desafios específicos enfrentados pelas comunidades. O programa "Conectados pela Comunidade" representa, assim, um passo significativo em direção ao fortalecimento dos laços sociais e ao desenvolvimento de famílias vulneráveis, preparando indivíduos a serem agentes de mudança em suas próprias comunidades.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7522FAE3-CE2C-FA99-ABB2-FC3EB115F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7274" y="4575574"/>
            <a:ext cx="4175978" cy="48246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AA24ACA-C660-307F-9B99-C7726E33E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17173" y="4593633"/>
            <a:ext cx="4175978" cy="48246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786083D-0A9F-F1C8-AAFF-4DD40CAAF822}"/>
              </a:ext>
            </a:extLst>
          </p:cNvPr>
          <p:cNvSpPr txBox="1"/>
          <p:nvPr/>
        </p:nvSpPr>
        <p:spPr>
          <a:xfrm>
            <a:off x="8137441" y="4852985"/>
            <a:ext cx="12577942" cy="459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Centro Universitário SENAI São Paulo: Campus Theobaldo De Nigris, Mooca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Nome do projeto: Sustentabilidade 360°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CAMELO, Marcelo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NEGRELI, Joao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SABARÁ, Sheila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FERREIRA,  Keila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FRANÇA, Marcio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Orientador: JÚNIOR, Luís</a:t>
            </a:r>
          </a:p>
        </p:txBody>
      </p:sp>
    </p:spTree>
    <p:extLst>
      <p:ext uri="{BB962C8B-B14F-4D97-AF65-F5344CB8AC3E}">
        <p14:creationId xmlns:p14="http://schemas.microsoft.com/office/powerpoint/2010/main" val="2511434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4B8B2B4-EB9A-40EA-A641-DB64277EFEDC}"/>
              </a:ext>
            </a:extLst>
          </p:cNvPr>
          <p:cNvSpPr txBox="1"/>
          <p:nvPr/>
        </p:nvSpPr>
        <p:spPr>
          <a:xfrm>
            <a:off x="1219031" y="11240743"/>
            <a:ext cx="8918370" cy="11918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Incluir para evoluir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Líder: Ricardo Alexandre Carmona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dirty="0">
                <a:latin typeface="Arial" panose="020B0604020202020204" pitchFamily="34" charset="0"/>
                <a:cs typeface="Arial" panose="020B0604020202020204" pitchFamily="34" charset="0"/>
              </a:rPr>
              <a:t>O programa "Incluir para Evoluir" é uma iniciativa de extensão universitária voltada para a promoção da inclusão social e educacional de pessoas com deficiência. Seu principal objetivo é criar oportunidades para o desenvolvimento integral de comunidades menos privilegiadas, por meio de ações que buscam a equidade e a valorização da diversidade. A abordagem do "Incluir para Evoluir" é pautada na participação ativa da comunidade, promovendo o diálogo, a escuta e o respeito à cultura local. Além disso, busca parcerias com organizações, a fim de ampliar o impacto, a sustentabilidade e a assertividade das ações desenvolvidas.  Por meio do compromisso com a inclusão, o programa visa contribuir para o desenvolvimento de soluções com foco em pessoas com deficiência. O programa "Incluir para Evoluir" representa, assim, um compromisso com a construção de uma sociedade mais justa e igualitária, onde cada pessoa com deficiência, independentemente de suas circunstâncias, tenha a oportunidade de desenvolver seu pleno potencial.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288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856" b="1" dirty="0"/>
              <a:t> </a:t>
            </a:r>
            <a:endParaRPr lang="pt-BR" sz="1856" dirty="0"/>
          </a:p>
          <a:p>
            <a:endParaRPr lang="pt-BR" sz="288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4F245A7-7CE1-AB29-5A76-DF61C4ADD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35408" y="4550872"/>
            <a:ext cx="3257686" cy="48246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CC55292C-2EA0-B2D7-10F6-BE19AC0FB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4442" y="4732685"/>
            <a:ext cx="3257686" cy="48246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2D59875-B749-E775-A5F9-C93D19C2BDF6}"/>
              </a:ext>
            </a:extLst>
          </p:cNvPr>
          <p:cNvSpPr txBox="1"/>
          <p:nvPr/>
        </p:nvSpPr>
        <p:spPr>
          <a:xfrm>
            <a:off x="8137441" y="4852985"/>
            <a:ext cx="12577942" cy="459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Centro Universitário SENAI São Paulo: Campus Theobaldo De Nigris, Mooca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Nome do projeto: Sustentabilidade 360°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CAMELO, Marcelo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NEGRELI, Joao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SABARÁ, Sheila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FERREIRA,  Keila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FRANÇA, Marcio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Orientador: JÚNIOR, Luís</a:t>
            </a:r>
          </a:p>
        </p:txBody>
      </p:sp>
    </p:spTree>
    <p:extLst>
      <p:ext uri="{BB962C8B-B14F-4D97-AF65-F5344CB8AC3E}">
        <p14:creationId xmlns:p14="http://schemas.microsoft.com/office/powerpoint/2010/main" val="98904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03558A8-04C6-41E6-A12A-CB9534308B11}"/>
              </a:ext>
            </a:extLst>
          </p:cNvPr>
          <p:cNvSpPr txBox="1"/>
          <p:nvPr/>
        </p:nvSpPr>
        <p:spPr>
          <a:xfrm>
            <a:off x="993181" y="10636707"/>
            <a:ext cx="8918370" cy="10675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sz="288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>
                <a:latin typeface="Arial" panose="020B0604020202020204" pitchFamily="34" charset="0"/>
                <a:cs typeface="Arial" panose="020B0604020202020204" pitchFamily="34" charset="0"/>
              </a:rPr>
              <a:t>Sustentabilidade 360°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b="1" dirty="0">
                <a:latin typeface="Arial" panose="020B0604020202020204" pitchFamily="34" charset="0"/>
                <a:cs typeface="Arial" panose="020B0604020202020204" pitchFamily="34" charset="0"/>
              </a:rPr>
              <a:t>Líder: Eneias Nunes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2680" dirty="0">
                <a:latin typeface="Arial" panose="020B0604020202020204" pitchFamily="34" charset="0"/>
                <a:cs typeface="Arial" panose="020B0604020202020204" pitchFamily="34" charset="0"/>
              </a:rPr>
              <a:t>O programa "Sustentabilidade 360°" é uma iniciativa abrangente e inovadora voltada para a promoção de práticas sustentáveis em diversos âmbitos. Desenvolvido como um projeto de extensão, tem como objetivo principal disseminar conhecimentos e estimular a adoção de comportamentos sustentáveis em comunidades locais. A abordagem "360°" reflete a abrangência do programa, que busca integrar aspectos ambientais, sociais e econômicos para criar soluções holísticas. O caráter participativo e educativo do "Sustentabilidade 360°" visa criar uma rede engajada de cidadãos, estudantes e profissionais comprometidos com a construção de um futuro mais sustentável. Ao integrar conhecimentos acadêmicos, práticas cotidianas e engajamento comunitário, o programa busca contribuir para a formação de uma sociedade mais consciente e responsável em relação à preservação da vida e do ecossistema.</a:t>
            </a:r>
            <a:endParaRPr lang="pt-BR" sz="26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288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856" b="1" dirty="0"/>
              <a:t> </a:t>
            </a:r>
            <a:endParaRPr lang="pt-BR" sz="1856" dirty="0"/>
          </a:p>
          <a:p>
            <a:endParaRPr lang="pt-BR" sz="288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B0EEED2-D5AB-C118-D19F-4365E270A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2705" y="4563223"/>
            <a:ext cx="4453545" cy="482467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AB508C6F-82F5-C2CE-C112-183FC4084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37153" y="4575574"/>
            <a:ext cx="4453545" cy="48246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88DF8A-8653-1433-034C-684F58AAB7E4}"/>
              </a:ext>
            </a:extLst>
          </p:cNvPr>
          <p:cNvSpPr txBox="1"/>
          <p:nvPr/>
        </p:nvSpPr>
        <p:spPr>
          <a:xfrm>
            <a:off x="8137441" y="4852985"/>
            <a:ext cx="12577942" cy="4592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Centro Universitário SENAI São Paulo: Campus Theobaldo De Nigris, Mooca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Nome do projeto: Sustentabilidade 360°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CAMELO, Marcelo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NEGRELI, Joao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SABARÁ, Sheila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FERREIRA,  Keila</a:t>
            </a: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FRANÇA, Marcio</a:t>
            </a:r>
          </a:p>
          <a:p>
            <a:pPr algn="ctr"/>
            <a:endParaRPr lang="pt-BR" sz="2577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2577" b="1" dirty="0">
                <a:latin typeface="Arial" panose="020B0604020202020204" pitchFamily="34" charset="0"/>
                <a:cs typeface="Arial" panose="020B0604020202020204" pitchFamily="34" charset="0"/>
              </a:rPr>
              <a:t>Orientador: JÚNIOR, Luís</a:t>
            </a:r>
          </a:p>
        </p:txBody>
      </p:sp>
    </p:spTree>
    <p:extLst>
      <p:ext uri="{BB962C8B-B14F-4D97-AF65-F5344CB8AC3E}">
        <p14:creationId xmlns:p14="http://schemas.microsoft.com/office/powerpoint/2010/main" val="42629831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</TotalTime>
  <Words>1042</Words>
  <Application>Microsoft Office PowerPoint</Application>
  <PresentationFormat>Personalizar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Aparecido Sartori</dc:creator>
  <cp:lastModifiedBy>Rui Antonio Lanfredi Junior</cp:lastModifiedBy>
  <cp:revision>41</cp:revision>
  <dcterms:created xsi:type="dcterms:W3CDTF">2024-10-11T21:51:46Z</dcterms:created>
  <dcterms:modified xsi:type="dcterms:W3CDTF">2025-04-07T19:48:12Z</dcterms:modified>
</cp:coreProperties>
</file>